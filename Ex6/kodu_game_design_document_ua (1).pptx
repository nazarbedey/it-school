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4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818" y="-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6:38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827 108 24575,'-18'2'0,"1"0"0,0 2 0,0 0 0,0 0 0,1 2 0,-1 0 0,1 0 0,-21 14 0,12-8 0,-1 0 0,-35 10 0,39-15 0,-42 20 0,45-18 0,0-1 0,-40 11 0,46-17 0,1 1 0,-1 1 0,1 0 0,0 0 0,0 1 0,0 1 0,1 0 0,0 0 0,0 1 0,-14 12 0,13-9 0,1 0 0,0 1 0,1 0 0,0 1 0,0 0 0,1 1 0,1-1 0,0 2 0,-6 13 0,-18 19 0,27-40 0,0 0 0,1 0 0,-1 1 0,1-1 0,0 1 0,-4 11 0,-3 11 0,2 1 0,1 0 0,2 1 0,1-1 0,1 1 0,2 0 0,2 49 0,0-76 0,1 0 0,-1 0 0,1-1 0,0 1 0,0-1 0,0 1 0,0-1 0,1 1 0,-1-1 0,1 0 0,0 0 0,0 1 0,0-1 0,1-1 0,2 4 0,1-1 0,1 0 0,-1-1 0,1 0 0,0 0 0,10 4 0,4 2 0,-15-7 0,-1 0 0,0 1 0,0 0 0,-1 0 0,1 0 0,-1 1 0,0 0 0,0-1 0,0 1 0,-1 1 0,4 6 0,29 67 0,-29-62 0,-3-3 0,0 1 0,-1-1 0,0 1 0,2 27 0,-5-27 0,2 0 0,0 0 0,1-1 0,8 26 0,-3-14 0,-1 1 0,-2 0 0,-1 1 0,-1 0 0,-1-1 0,-1 1 0,-4 33 0,1-23 0,2 1 0,10 72 0,-3-54 0,-2 0 0,-3 0 0,-5 61 0,0-5 0,3-104 0,1-2 0,0 0 0,-1 0 0,0-1 0,0 1 0,-1 0 0,0 0 0,0-1 0,-1 1 0,1 0 0,-2-1 0,1 1 0,0-1 0,-1 0 0,-1 0 0,1 0 0,-1 0 0,-6 8 0,-31 40 0,11-10 0,21-33 0,2 1 0,-1 0 0,2 0 0,-1 0 0,2 1 0,0 0 0,0 1 0,1-1 0,1 1 0,0 0 0,1-1 0,0 1 0,1 0 0,1 0 0,0 0 0,1 0 0,1 0 0,0 0 0,1 0 0,0 0 0,1-1 0,1 0 0,0 0 0,0 0 0,11 17 0,-6-11 0,-1 0 0,-1 1 0,10 37 0,-12-37 0,1 1 0,0-1 0,18 32 0,-19-42 0,3 7 0,1 0 0,1-1 0,0-1 0,17 18 0,-23-28 0,1-1 0,-1 1 0,1-1 0,0 0 0,1-1 0,-1 1 0,0-1 0,1-1 0,0 1 0,-1-1 0,1 0 0,0-1 0,0 1 0,0-1 0,8 0 0,39-2 0,-39-1 0,0 2 0,0 0 0,26 4 0,-37-3 0,0 0 0,0 0 0,0 0 0,0 1 0,0-1 0,0 1 0,-1 0 0,1 0 0,-1 0 0,1 1 0,-1-1 0,0 1 0,0 0 0,0 0 0,0 0 0,-1 0 0,1 1 0,2 3 0,14 20 0,-15-22 0,0 0 0,-1 0 0,0 1 0,1-1 0,-2 1 0,1 0 0,2 8 0,26 65 0,-23-60 0,0 1 0,9 31 0,-3 11 0,38 106 0,-47-159 0,-1-1 0,1 1 0,1-1 0,-1 0 0,2-1 0,-1 0 0,1 0 0,0 0 0,0 0 0,1-1 0,-1-1 0,1 1 0,1-1 0,11 5 0,12 5 0,1-2 0,52 14 0,-71-24 0,-1 0 0,1-1 0,0-1 0,1 0 0,-1-1 0,22-2 0,87-19 0,-89 13 0,1 2 0,47-3 0,-41 7 0,-18 1 0,0 0 0,0 1 0,0 1 0,31 6 0,-45-3 0,0 0 0,0 0 0,0 1 0,-1 0 0,1 0 0,-1 1 0,-1 0 0,14 13 0,-12-9 0,2-2 0,-1 1 0,1-1 0,13 7 0,13 2 0,-20-10 0,0 1 0,0 1 0,-1 1 0,26 19 0,-25-15 0,2 0 0,0-2 0,0 0 0,1-1 0,1-1 0,0-1 0,0 0 0,1-2 0,28 6 0,-14-6 0,-1-2 0,1-1 0,0-2 0,0-1 0,42-5 0,-70 2 0,1 0 0,-1 0 0,0 0 0,0-1 0,-1 0 0,1-1 0,-1 1 0,1-2 0,-1 1 0,0-1 0,7-6 0,12-12 0,32-37 0,-24 24 0,-28 30 0,0-1 0,0 0 0,-1 0 0,0-1 0,-1 1 0,1-1 0,-1 0 0,-1 0 0,1-1 0,-2 1 0,1-1 0,-1 1 0,0-1 0,0-13 0,2-2 0,0-1 0,2 0 0,1 1 0,1 0 0,0 1 0,2 0 0,1 0 0,14-21 0,-3 9 0,-3 4 0,2 0 0,1 2 0,38-40 0,-34 47 0,1 0 0,1 2 0,1 1 0,56-27 0,-21 12 0,-42 21 0,-7 3 0,1 1 0,0 0 0,0 2 0,0-1 0,1 2 0,0 0 0,1 1 0,-1 1 0,1 1 0,27-3 0,18 7 0,107 16 0,-63-10 0,-74-6 0,60 8 0,-67-5 0,0-1 0,40-2 0,7 1 0,-66 0 0,1 0 0,0 0 0,-1 1 0,1 0 0,-1 1 0,0 0 0,0 0 0,0 0 0,-1 1 0,1 0 0,-1 0 0,0 0 0,-1 1 0,1 0 0,5 9 0,-3-6 0,0-1 0,0 1 0,1-1 0,0-1 0,1 1 0,15 7 0,-11-8 0,2-2 0,-1 0 0,1-1 0,-1 0 0,1-1 0,25 1 0,101-5 0,-57-1 0,-56 0 0,46-7 0,-46 4 0,49-1 0,-60 6 0,1 0 0,0 2 0,-1 0 0,1 1 0,-1 0 0,0 2 0,0 0 0,-1 1 0,1 1 0,-1 1 0,-1 0 0,19 12 0,197 129 0,-206-131 0,-2 0 0,0 2 0,40 41 0,-46-45 0,1-2 0,0 0 0,1-1 0,0-1 0,40 16 0,-42-22 0,0-2 0,1 0 0,-1-1 0,1-1 0,0 0 0,0-2 0,-1 0 0,29-4 0,20 1 0,526 3 0,-585-1 0,0 0 0,0 0 0,0-1 0,-1 0 0,1-1 0,0 0 0,-1 0 0,0 0 0,1-1 0,-1 0 0,7-6 0,7-5 0,-1-1 0,22-23 0,-34 31 0,0 0 0,0 0 0,-1-1 0,0 0 0,-1 0 0,0-1 0,0 0 0,-1 0 0,0 0 0,6-21 0,-6 11 0,-1-1 0,-1 1 0,0-1 0,-1-21 0,-1 17 0,2-1 0,4-25 0,-1 18 0,-3 0 0,0-1 0,-5-62 0,1 26 0,-1 51 0,0 1 0,-2 0 0,0 0 0,0 0 0,-2 0 0,0 1 0,-1 0 0,-1 0 0,-14-23 0,2 2 0,-5-26 0,22 52 0,0 1 0,-2 0 0,1 0 0,-1 1 0,-1-1 0,0 1 0,0 0 0,-11-11 0,-31-46 0,18 24 0,9 16 0,-2 2 0,0 0 0,-1 2 0,-2 0 0,-30-21 0,30 28 0,-1 0 0,-1 1 0,-45-17 0,39 16 0,-20-6 0,-48 3 0,68 13 0,1 0 0,-60-20 0,75 17 0,1 0 0,-29-19 0,-20-11 0,60 35 0,-1 1 0,1-2 0,0 1 0,0 0 0,1-1 0,-1 0 0,1-1 0,0 1 0,0-1 0,1 0 0,-1 0 0,1 0 0,1-1 0,-1 1 0,1-1 0,0 0 0,1 0 0,-4-13 0,6 18 0,0 1 0,0-1 0,1 0 0,-1 0 0,0 1 0,1-1 0,-1 1 0,1-1 0,-1 0 0,1 1 0,-1-1 0,1 1 0,0-1 0,0 1 0,0 0 0,0-1 0,0 1 0,0 0 0,0 0 0,1 0 0,-1-1 0,0 1 0,1 0 0,-1 1 0,1-1 0,-1 0 0,1 0 0,-1 1 0,1-1 0,-1 1 0,1-1 0,2 0 0,66-13 0,-53 12 0,-14 2 0,1-1 0,-1 0 0,0 0 0,0 0 0,0 0 0,0 0 0,0 0 0,-1-1 0,1 1 0,0-1 0,-1 0 0,1 0 0,-1 0 0,1 0 0,-1 0 0,0-1 0,0 1 0,0-1 0,0 0 0,0 1 0,-1-1 0,1 0 0,-1 0 0,0 0 0,0 0 0,1-4 0,1-8 0,-1 1 0,-1 0 0,0-1 0,-3-27 0,1 28 0,0 1 0,1-1 0,1 1 0,3-23 0,-2 30 0,0-1 0,0 1 0,1 0 0,0 0 0,0 0 0,0 0 0,1 1 0,0-1 0,0 1 0,0 0 0,1 0 0,-1 1 0,1-1 0,0 1 0,1 0 0,-1 0 0,1 1 0,0-1 0,0 1 0,0 1 0,0-1 0,0 1 0,0 0 0,1 0 0,-1 1 0,1 0 0,7-1 0,135-17 0,-142 19 0,0 0 0,1-1 0,-1 0 0,0 0 0,0 0 0,0-1 0,0 0 0,0-1 0,-1 0 0,1 1 0,-1-2 0,1 1 0,-1-1 0,0 0 0,-1-1 0,1 1 0,-1-1 0,0 0 0,0 0 0,8-11 0,15-22 0,-23 33 0,-1 0 0,0 1 0,0-1 0,-1-1 0,0 1 0,1 0 0,-2-1 0,1 0 0,-1 1 0,0-1 0,0 0 0,0 0 0,0-7 0,1-43 0,-4-57 0,-1 28 0,1 75 0,-1-1 0,0 1 0,-1 0 0,0 0 0,0 0 0,-1 0 0,-1 1 0,1-1 0,-1 1 0,-1 0 0,0 0 0,0 1 0,-1 0 0,0 0 0,0 1 0,-1-1 0,-14-10 0,7 10 0,0 0 0,-1 1 0,1 1 0,-24-7 0,-19-7 0,31 11 0,0 1 0,0 2 0,-1 1 0,-50-3 0,67 7 0,-16-1 0,-53-11 0,71 11 0,0-1 0,0-1 0,0 1 0,0-1 0,1-1 0,0 0 0,-1 0 0,2 0 0,-10-9 0,-47-34 0,46 36 0,0-2 0,-24-22 0,37 31 0,0 0 0,1 0 0,0 0 0,0 0 0,0-1 0,1 0 0,0 1 0,0-1 0,0-1 0,1 1 0,0 0 0,0 0 0,0-1 0,1 1 0,-1-8 0,0-2 0,-1 1 0,0-1 0,-2 1 0,0 0 0,-8-18 0,10 27 0,0 0 0,-1 0 0,0 1 0,0 0 0,0-1 0,0 1 0,-1 1 0,0-1 0,0 1 0,0-1 0,-1 1 0,1 1 0,-1-1 0,-11-4 0,-6-2 0,-12-5 0,-1 2 0,0 1 0,-39-7 0,-75-19 0,112 26 0,0 2 0,-1 1 0,0 2 0,-59-2 0,-26 7 0,-154 5 0,151 19 0,70-13 0,43-5 0,-1-1 0,0-1 0,0 0 0,0-1 0,0-1 0,0 0 0,0-1 0,0-1 0,-19-4 0,13 1 0,0 1 0,-39-3 0,-24-3 0,-85-12 0,113 11 0,37 8 0,0 0 0,0-2 0,1 0 0,0-1 0,-32-16 0,28 12 0,-1 1 0,1 1 0,-43-9 0,36 10 0,-161-36 0,132 32 0,0 3 0,-1 2 0,-97 3 0,132 2 0,1-1 0,-27-6 0,26 4 0,-46-3 0,10 6 0,-112 3 0,162 0 0,0 1 0,0-1 0,0 1 0,0 1 0,1 0 0,-1 0 0,1 1 0,-13 9 0,11-7 0,-1 0 0,0-1 0,0 0 0,-18 5 0,-155 45 0,157-50 0,1 0 0,-1-2 0,0-2 0,0 0 0,0-2 0,-38-4 0,-17 2 0,43 2 0,8 1 0,1-1 0,-1-2 0,-53-10 0,17 0 0,0 3 0,0 3 0,-106 3 0,137 3 0,-128 0-1365,151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6:52.69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2 24575,'43'-1'0,"-19"0"0,1 1 0,28 4 0,-46-3 0,0 0 0,0 1 0,0 0 0,0 0 0,0 1 0,0 0 0,-1 0 0,1 0 0,-1 1 0,0 0 0,9 8 0,36 44 0,-41-43 0,1-1 0,0 0 0,15 12 0,-21-20 0,1 0 0,-1-1 0,1 1 0,0-1 0,0-1 0,0 1 0,0-1 0,0 0 0,1 0 0,-1-1 0,11 1 0,74-1 0,-75-2 0,0 0 0,-1 1 0,1 0 0,0 2 0,-1-1 0,1 2 0,-1 0 0,0 1 0,20 8 0,-1 4 0,-19-10 0,0 1 0,0 0 0,-1 2 0,0-1 0,0 2 0,-1 0 0,15 14 0,11 13 0,-28-27 0,1 1 0,-2-1 0,1 2 0,-2-1 0,1 1 0,-2 1 0,11 18 0,12 56 0,-26-69 0,1 1 0,1-1 0,1 0 0,19 34 0,-24-49 0,-1 0 0,1-1 0,1 1 0,-1 0 0,0-1 0,1 0 0,-1 0 0,1 0 0,-1 0 0,1 0 0,0-1 0,0 0 0,0 0 0,0 0 0,0 0 0,0 0 0,7-1 0,13 1 0,46-4 0,-31 1 0,10 0 0,-33 0 0,-1 0 0,1 2 0,0 0 0,0 1 0,0 0 0,-1 1 0,30 8 0,10 19 0,-44-22 0,1 0 0,0-1 0,0 0 0,1-1 0,0-1 0,19 5 0,-26-7 0,1-1 0,-1 1 0,0 0 0,1 1 0,-1 0 0,0 0 0,-1 0 0,1 0 0,-1 1 0,1 0 0,-1 0 0,0 1 0,0-1 0,-1 1 0,0 0 0,0 0 0,0 1 0,0-1 0,-1 1 0,0 0 0,0 0 0,0 0 0,-1 0 0,0 1 0,0-1 0,0 0 0,-1 1 0,0 0 0,0 12 0,-1 16 0,-1-22 0,1 0 0,0 0 0,1 0 0,5 21 0,-5-31 0,-1-1 0,1 1 0,0 0 0,0-1 0,1 1 0,-1-1 0,0 1 0,1-1 0,0 0 0,-1 0 0,1 0 0,0 1 0,0-2 0,0 1 0,0 0 0,1 0 0,-1-1 0,0 1 0,1-1 0,-1 0 0,1 0 0,0 1 0,-1-2 0,1 1 0,0 0 0,4 0 0,18 1 0,49-1 0,-59-2 0,-1 0 0,1 1 0,-1 1 0,0 0 0,1 1 0,-1 0 0,0 1 0,0 1 0,27 10 0,-1 7 0,1 0 0,-2 3 0,-1 2 0,-2 0 0,57 55 0,-68-53 0,-1 2 0,27 44 0,4 41 0,-44-92 0,-1 1 0,-1-1 0,-2 2 0,10 47 0,-11-46 0,-6-25 0,0-1 0,0 1 0,1-1 0,-1 1 0,0-1 0,0 1 0,0-1 0,0 1 0,1-1 0,-1 1 0,0-1 0,0 1 0,0-1 0,0 1 0,0-1 0,0 1 0,0-1 0,-1 1 0,1-1 0,0 1 0,0-1 0,0 1 0,0-1 0,-1 1 0,1-1 0,0 1 0,0-1 0,-1 0 0,1 1 0,0-1 0,-1 1 0,1-1 0,-1 0 0,1 1 0,0-1 0,-1 0 0,1 0 0,-1 1 0,1-1 0,-1 0 0,-23-8 0,16 3 0,0 0 0,1 0 0,0-1 0,-10-10 0,5-8 0,10 21 0,1-1 0,-1 1 0,0 0 0,1-1 0,-2 1 0,1 0 0,0 0 0,-3-3 0,4 6 0,0-1 0,0 1 0,0-1 0,0 1 0,0 0 0,0 0 0,0-1 0,0 1 0,-1 0 0,1 0 0,0 0 0,0 0 0,0 0 0,0 0 0,0 0 0,0 1 0,0-1 0,0 0 0,0 0 0,0 1 0,0-1 0,0 1 0,0-1 0,0 1 0,0-1 0,0 1 0,0 0 0,1-1 0,-1 1 0,0 0 0,0 0 0,1 0 0,-1-1 0,0 2 0,-91 107 0,80-93 0,-11 8 0,14-26 0,4-17 0,4-110-1365,2 110-5461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6:57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9830,'1'1'45,"0"-1"0,0 1 0,1 0 0,-1-1 0,0 1 0,0 0 0,0 0-1,0 0 1,-1 0 0,1 0 0,0 0 0,0 0 0,0 0 0,-1 0 0,1 0 0,-1 0 0,1 0 0,-1 1 0,1-1-1,-1 0 1,1 0 0,-1 1 0,0-1 0,0 0 0,0 0 0,0 1 0,0 0 0,3 45 473,-3-42-382,1 50 548,-2-28-172,2-1-1,0 1 1,9 41-1,1-1 465,-10-52-684,1 0 1,1 0-1,0 0 1,1 0-1,8 19 1,7 10 483,-11-25-340,0 0-1,1 0 1,1-1-1,1 0 1,19 24-1,61 81 2296,-86-116-2552,0 1-1,0 1 1,-1-1-1,0 1 1,-1-1-1,0 1 1,3 11-1,7 22 579,-9-32-710,-1 0 1,0 1-1,0-1 1,-2 1-1,1 0 1,-1-1-1,-1 20 1,-12 75 266,9-86-302,4 23-12,0-36 0,0-1 0,0 1 0,-1 0 0,0-1 0,0 1 0,-2 7 0,0-4 0,0 0 0,1 0 0,0 0 0,0 0 0,1 0 0,0 0 0,3 16 0,-2-19 0,1 0 0,0 0 0,1-1 0,-1 1 0,1-1 0,0 0 0,0 0 0,1 0 0,-1 0 0,1 0 0,0-1 0,8 7 0,-1 1 0,0 0 0,-1 0 0,-1 1 0,0 0 0,10 21 0,-14-23 0,1 0 0,1 0 0,0 0 0,0-1 0,1 0 0,0-1 0,1 1 0,0-2 0,15 12 0,-16-13 0,1-1 0,-1 1 0,-1 0 0,11 14 0,17 15 0,-21-21 0,0 0 0,-1 1 0,0 0 0,17 32 0,7 9 0,-32-49 0,-1 1 0,0-1 0,0 1 0,-1 0 0,0 0 0,-1 0 0,0 1 0,0-1 0,-1 0 0,0 1 0,-1-1 0,0 1 0,-2 14 0,1-14 0,1 1 0,0-1 0,0 1 0,1-1 0,0 0 0,1 1 0,0-1 0,0 0 0,1 0 0,1 0 0,4 10 0,-5-15 0,0 1 0,0-1 0,-1 1 0,0 0 0,0 0 0,-1 0 0,0 1 0,0-1 0,0 0 0,0 13 0,-13 61 0,0-2 0,9-52 0,-1 0 0,-1 0 0,-2 0 0,-12 32 0,6-18 0,0-4 0,9-26 0,0 0 0,1 0 0,0 1 0,0-1 0,-1 18 0,2-13 0,-1 0 0,0-1 0,-1 1 0,0-1 0,-2 1 0,0-1 0,-9 16 0,8-18 0,1 1 0,0 0 0,1 1 0,0 0 0,1-1 0,1 1 0,-3 26 0,5-36-66,2-8-85,-1-6-133,0-3 238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7:08.85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0 287 24575,'10'-1'0,"0"-1"0,0-1 0,0 0 0,0 0 0,-1-1 0,1 0 0,-1 0 0,0-1 0,0-1 0,-1 1 0,10-9 0,44-25 0,159-62 0,-173 82 0,0 2 0,1 2 0,101-16 0,-127 26 0,-19 4 0,0 0 0,0 0 0,0 0 0,0 0 0,0 1 0,-1 0 0,9 0 0,-11 1 0,1-1 0,-1 1 0,0-1 0,0 1 0,1-1 0,-1 1 0,0 0 0,0 0 0,0 0 0,0 0 0,0 0 0,0 0 0,0 0 0,0 0 0,-1 0 0,1 0 0,0 0 0,-1 1 0,1-1 0,-1 0 0,1 0 0,-1 1 0,1-1 0,-1 0 0,0 1 0,0-1 0,0 0 0,0 2 0,2 13 0,-1 0 0,0 0 0,-2 1 0,0-1 0,-1 0 0,0 0 0,-1-1 0,-1 1 0,-7 19 0,-6 6 0,-1-1 0,-25 41 0,107-108 0,-42 16 0,1 2 0,1 0 0,-1 2 0,1 1 0,47-7 0,18-5 0,16-2 0,-104 20 0,0-1 0,0 1 0,0 0 0,0 0 0,1 0 0,-1 1 0,0-1 0,0 0 0,0 0 0,0 1 0,1-1 0,-1 0 0,0 1 0,0-1 0,0 1 0,0-1 0,0 1 0,0 0 0,0 0 0,0-1 0,-1 1 0,1 0 0,0 0 0,0 0 0,-1 0 0,2 2 0,0 0 0,0 1 0,-1 0 0,0 0 0,1-1 0,-1 1 0,-1 0 0,1 0 0,0 6 0,-1 2 0,0 0 0,-1 1 0,0-1 0,-4 20 0,-11 12 0,-6 22 0,21-62 0,0 1 0,0-1 0,1 1 0,-1-1 0,1 1 0,0 0 0,0-1 0,1 1 0,-1-1 0,1 1 0,2 5 0,-2-8 0,0 0 0,0-1 0,0 1 0,0-1 0,1 1 0,-1-1 0,0 1 0,1-1 0,-1 0 0,1 0 0,-1 0 0,1 0 0,0 0 0,0 0 0,-1 0 0,1 0 0,0-1 0,0 1 0,0-1 0,0 1 0,0-1 0,0 0 0,0 0 0,-1 0 0,1 0 0,0 0 0,0 0 0,0 0 0,0-1 0,0 1 0,0-1 0,0 1 0,0-1 0,3-2 0,10-2 0,0-1 0,0-1 0,14-9 0,-22 12 0,28-13 0,-1 1 0,51-14 0,-3 2 0,-46 14 0,0 3 0,0 1 0,67-10 0,64-1 0,-102 11 0,-40 6 0,1 0 0,29 1 0,-49 2 0,1 1 0,-1 1 0,0-1 0,0 1 0,1 0 0,-1 0 0,0 1 0,6 2 0,-11-3 0,0-1 0,0 1 0,0 0 0,0-1 0,0 1 0,0 0 0,0 0 0,-1-1 0,1 1 0,0 0 0,0 0 0,-1 0 0,1 0 0,-1 0 0,1 0 0,-1 0 0,1 0 0,-1 0 0,1 2 0,-1 0 0,0-1 0,0 0 0,0 1 0,-1-1 0,1 0 0,0 1 0,-1-1 0,0 0 0,0 1 0,1-1 0,-1 0 0,-3 4 0,-5 8 0,0 0 0,-21 23 0,1-1 0,-69 77 0,74-86 0,-2-2 0,0 0 0,-2-2 0,0-1 0,-44 25 0,29-19 0,-64 55 0,106-82 0,1-1 0,0 0 0,0 0 0,-1 0 0,1 0 0,0 0 0,0 1 0,-1-1 0,1 0 0,0 0 0,0 1 0,0-1 0,-1 0 0,1 0 0,0 1 0,0-1 0,0 0 0,0 0 0,0 1 0,-1-1 0,1 0 0,0 1 0,0-1 0,0 0 0,0 0 0,0 1 0,0-1 0,0 0 0,0 1 0,0-1 0,0 0 0,0 0 0,0 1 0,1-1 0,-1 0 0,0 1 0,0-1 0,0 0 0,0 0 0,0 1 0,0-1 0,1 0 0,-1 0 0,0 1 0,0-1 0,1 0 0,19 6 0,32-6 0,-47 0 0,290-18 0,-56-9 0,-206 20 0,-29 5 0,1 1 0,0 0 0,0 0 0,0 0 0,0 1 0,0-1 0,7 2 0,-11-1 0,1 0 0,-1 1 0,1-1 0,-1 1 0,0 0 0,1 0 0,-1-1 0,0 1 0,1 0 0,-1 0 0,0 0 0,0 0 0,0 0 0,0 0 0,0 1 0,0-1 0,0 0 0,-1 0 0,1 1 0,0-1 0,-1 1 0,1-1 0,0 0 0,-1 1 0,0-1 0,1 1 0,-1-1 0,0 4 0,1 3 0,0 0 0,0-1 0,-1 1 0,0 0 0,-1 0 0,0 0 0,0 0 0,-1-1 0,0 1 0,0 0 0,0-1 0,-1 0 0,-4 8 0,-5 5 0,0 0 0,-2-1 0,-16 18 0,15-19 0,1 0 0,0 1 0,-14 27 0,26-40 0,-1 0 0,1 0 0,0 0 0,0 1 0,-1 9 0,3-15 0,0 0 0,0-1 0,-1 1 0,1 0 0,0 0 0,0 0 0,0 0 0,0-1 0,0 1 0,0 0 0,0 0 0,0 0 0,1-1 0,-1 1 0,0 0 0,0 0 0,1 0 0,-1-1 0,0 1 0,1 0 0,-1-1 0,1 1 0,-1 0 0,1-1 0,-1 1 0,1 0 0,-1-1 0,1 1 0,0-1 0,-1 1 0,1-1 0,0 0 0,-1 1 0,1-1 0,0 1 0,0-1 0,0 0 0,-1 0 0,1 0 0,0 1 0,0-1 0,0 0 0,-1 0 0,1 0 0,0 0 0,0 0 0,0 0 0,-1 0 0,1-1 0,0 1 0,0 0 0,1-1 0,148-46 0,-94 27 0,96-20 0,-28 13 0,-85 17 0,-1 1 0,1 2 0,0 2 0,1 1 0,63 3 0,-101 1 0,0 0 0,0 0 0,0 0 0,0 1 0,0-1 0,0 0 0,0 1 0,0 0 0,0 0 0,0-1 0,0 1 0,0 0 0,-1 0 0,1 1 0,0-1 0,-1 0 0,1 0 0,-1 1 0,1-1 0,-1 1 0,0-1 0,0 1 0,2 2 0,-2-1 0,0 0 0,-1 0 0,1 0 0,-1 0 0,0 0 0,1 0 0,-1 0 0,0 0 0,-1 0 0,1 0 0,-1 0 0,1 0 0,-3 5 0,-2 7 0,-1-1 0,-1 0 0,0 0 0,-16 21 0,12-20 0,-5 7 0,1 0 0,2 1 0,0 1 0,-14 32 0,24-45 0,-2 0 0,1 0 0,-2 0 0,1-1 0,-1 0 0,-1-1 0,0 1 0,0-1 0,-1 0 0,0-1 0,0 0 0,-1 0 0,0-1 0,-1 0 0,0-1 0,0 1 0,0-2 0,0 0 0,-14 5 0,18-8 0,0 0 0,1 1 0,-1 0 0,1 0 0,0 0 0,0 0 0,0 1 0,1 0 0,-1 0 0,1 0 0,-7 9 0,2 1 0,0 0 0,2 0 0,-8 18 0,14-30 0,-19 34 22,16-30-195,0 0-1,1 0 1,-1 1 0,1 0-1,1-1 1,-1 1-1,-1 10 1,1 1-6653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7:12.28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 39 24575,'8'-1'0,"0"0"0,0 0 0,-1-1 0,1 0 0,0 0 0,-1-1 0,12-5 0,-11 4 0,1 1 0,0 0 0,-1 0 0,15-2 0,-20 5 0,-1 0 0,1 0 0,-1 0 0,1 1 0,0-1 0,-1 1 0,1-1 0,-1 1 0,0 0 0,1 0 0,-1 0 0,0 0 0,1 1 0,-1-1 0,0 0 0,0 1 0,0 0 0,0-1 0,0 1 0,-1 0 0,1 0 0,0 0 0,-1 0 0,0 0 0,1 1 0,-1-1 0,1 3 0,4 8 0,-1 0 0,0 0 0,4 23 0,-7-27 0,37 203 0,-39-210 0,0 0 0,0 0 0,0-1 0,0 1 0,0 0 0,1-1 0,-1 1 0,1 0 0,-1-1 0,1 1 0,-1-1 0,1 1 0,0-1 0,0 1 0,0-1 0,0 1 0,0-1 0,0 0 0,0 1 0,1-1 0,-1 0 0,0 0 0,1 0 0,-1 0 0,1 0 0,-1 0 0,1-1 0,-1 1 0,1 0 0,-1-1 0,1 1 0,0-1 0,-1 0 0,1 1 0,0-1 0,0 0 0,-1 0 0,1 0 0,0 0 0,-1 0 0,1-1 0,2 0 0,8-2 0,0-1 0,0-1 0,0 0 0,21-12 0,-4 2 0,-27 13 0,1 1 0,-1 0 0,1 0 0,-1 1 0,1-1 0,0 0 0,-1 1 0,1 0 0,-1 0 0,1-1 0,0 1 0,-1 1 0,1-1 0,0 0 0,-1 1 0,1-1 0,-1 1 0,5 2 0,-2-1 0,-1 2 0,1-1 0,-1 0 0,0 1 0,0 0 0,6 8 0,24 21 0,-24-25 0,-1 0 0,0 0 0,11 15 0,-16-17 0,0-1 0,1 0 0,-1 0 0,1 0 0,0 0 0,1-1 0,-1 0 0,1 0 0,0 0 0,0-1 0,0 0 0,0 0 0,1 0 0,-1-1 0,8 2 0,47-3 0,-52-2 0,0 1 0,0 0 0,0 0 0,0 1 0,0 0 0,16 4 0,-23-4 0,0-1 0,-1 1 0,1 0 0,-1 0 0,1 0 0,-1 0 0,1 0 0,-1 0 0,0 0 0,1 0 0,-1 1 0,0-1 0,0 0 0,0 1 0,0-1 0,0 1 0,0-1 0,0 1 0,-1 0 0,1-1 0,0 3 0,2 39 0,-4-38 0,1 1 0,0 0 0,0-1 0,1 1 0,0 0 0,1 5 0,-1-9 0,0 0 0,-1-1 0,1 1 0,0-1 0,0 1 0,0 0 0,0-1 0,1 0 0,-1 1 0,0-1 0,0 0 0,1 0 0,-1 0 0,1 0 0,-1 0 0,1 0 0,0 0 0,-1 0 0,1 0 0,0-1 0,-1 1 0,1-1 0,3 1 0,8 1 0,1-1 0,-1 0 0,25-3 0,-29 1 0,1 0 0,0 1 0,0 1 0,0-1 0,0 1 0,0 1 0,10 2 0,-17-2 0,0-1 0,0 1 0,0 0 0,-1 0 0,1-1 0,0 2 0,-1-1 0,0 0 0,1 0 0,-1 1 0,0-1 0,0 1 0,-1 0 0,1 0 0,0 0 0,-1-1 0,0 1 0,0 1 0,0-1 0,0 0 0,0 0 0,0 0 0,-1 0 0,0 1 0,1-1 0,-2 5 0,2 10 0,1 1 0,1-1 0,0 0 0,2 0 0,11 31 0,-15-47 0,0 0 0,0 0 0,0 0 0,1 0 0,-1 0 0,1 0 0,-1-1 0,1 1 0,0-1 0,0 1 0,0-1 0,0 0 0,0 0 0,0 1 0,0-1 0,0-1 0,0 1 0,0 0 0,0 0 0,1-1 0,-1 1 0,0-1 0,1 0 0,-1 0 0,0 0 0,0 0 0,1 0 0,-1 0 0,0-1 0,1 1 0,2-2 0,10-2 0,-1-1 0,1 0 0,25-15 0,1 1 0,-36 17 0,1 0 0,0 0 0,-1 0 0,1 1 0,0 0 0,0 0 0,0 1 0,-1-1 0,1 1 0,0 0 0,0 1 0,0 0 0,0 0 0,-1 0 0,1 0 0,0 1 0,-1 0 0,1 0 0,-1 1 0,0-1 0,1 1 0,-1 0 0,-1 1 0,1-1 0,0 1 0,-1 0 0,7 8 0,-7-7 0,0 0 0,1 0 0,-1 0 0,1 0 0,0-1 0,0 0 0,1 0 0,-1 0 0,1-1 0,0 0 0,0 0 0,0 0 0,0 0 0,0-1 0,1 0 0,-1-1 0,1 0 0,-1 0 0,1 0 0,-1 0 0,1-1 0,0 0 0,9-2 0,48-1 0,65-12 0,-123 14 0,0 0 0,0 0 0,0 1 0,0 0 0,0 0 0,0 1 0,11 1 0,-16-1 0,0-1 0,1 1 0,-1 0 0,0-1 0,0 1 0,1 0 0,-1 0 0,0 0 0,0 0 0,0 0 0,0 0 0,0 0 0,0 0 0,0 0 0,0 1 0,-1-1 0,1 0 0,0 0 0,-1 1 0,1-1 0,-1 1 0,1-1 0,-1 0 0,0 1 0,1-1 0,-1 1 0,0-1 0,0 1 0,0-1 0,0 1 0,0-1 0,-1 1 0,1-1 0,0 0 0,-1 1 0,0 2 0,-5 19 0,1 1 0,1-1 0,1 1 0,1 0 0,1 0 0,1 0 0,1 0 0,6 28 0,-5-45 0,1 0 0,1 1 0,-1-1 0,1 0 0,0-1 0,1 1 0,6 7 0,-6-8 0,0 1 0,0 0 0,0 0 0,-1 0 0,0 0 0,-1 1 0,4 9 0,1 43-1365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7:22.8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24575,'1'12'0,"1"0"0,0 0 0,1 0 0,1-1 0,0 1 0,10 21 0,11 32 0,-10-2 0,-5-17 0,2-1 0,35 86 0,-27-85 0,-15-31 0,1-1 0,1 0 0,0 0 0,1 0 0,0-1 0,19 23 0,63 73 0,-37-60 0,-30-29 0,37 42 0,-18-26 0,-36-32 0,0 0 0,0 0 0,-1 1 0,1 0 0,-1 0 0,9 12 0,43 60 0,-34-36 0,20 48 0,-38-68 0,0 0 0,-2 0 0,0 0 0,-1 0 0,-2 1 0,0-1 0,-4 31 0,1 20 0,3-56 0,0 0 0,1 0 0,1-1 0,3 17 0,-3-27 0,-1 0 0,1 0 0,0 0 0,1 0 0,-1 0 0,1-1 0,0 1 0,0-1 0,0 1 0,0-1 0,1 0 0,0-1 0,0 1 0,0-1 0,8 6 0,21 14 0,-2 2 0,32 31 0,-63-55 0,96 75 0,-71-59 0,-1 2 0,-1 1 0,40 41 0,-58-55 0,0 0 0,-1 0 0,1 0 0,-1 1 0,0 0 0,-1-1 0,0 1 0,0 1 0,0-1 0,-1 0 0,0 1 0,2 12 0,-1-5 0,0-1 0,1 1 0,1-1 0,1-1 0,7 15 0,4 12 0,-4-5 0,-3 1 0,0 0 0,-3 1 0,4 44 0,-1 0 0,-4-39 0,2 65 0,-7-82 0,8 47 0,2 22 0,-10-70 0,10 47 0,-2-18 0,-6-35 39,1 0-1,10 26 0,-9-28-531,0 0-1,5 34 1,-9-42-6333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37:26.91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24575,'-1'33'0,"2"0"0,1 0 0,2-1 0,1 1 0,14 50 0,-12-61 0,1 0 0,1 0 0,1-1 0,1 0 0,1-1 0,25 33 0,35 45 0,12 29 0,-74-112 0,51 79 0,-56-84 0,0 0 0,-1 1 0,0-1 0,0 1 0,-1-1 0,-1 1 0,0 0 0,0 12 0,9 54 0,-1 15 0,-9-79 0,1-1 0,1 1 0,0-1 0,0 0 0,1 0 0,11 22 0,5 18 0,-18-44 0,0 0 0,1 0 0,0 0 0,0-1 0,0 1 0,1-1 0,0 0 0,1 0 0,-1 0 0,1-1 0,1 0 0,-1 1 0,1-2 0,0 1 0,0-1 0,1 0 0,7 5 0,136 73 0,-145-79 0,0 0 0,0 1 0,-1-1 0,1 1 0,-1 0 0,0 1 0,3 5 0,-4-5 0,1-1 0,0 1 0,0-1 0,1 0 0,0 0 0,0 0 0,5 4 0,4 2 0,0 1 0,-1 0 0,0 2 0,13 17 0,18 19 0,-34-40 0,-1 2 0,-1-1 0,13 23 0,8 11 0,-18-29 0,-2 1 0,0-1 0,9 25 0,21 38 0,-22-50 0,-2 1 0,-1 0 0,17 58 0,-21-52 0,-2 1 0,5 71 0,8 19 0,-2-21 0,-12-73 0,-1 1 0,-1 0 0,0 35 0,-4-52 43,0 0 0,7 26 0,2 28-1537,-9-54-5332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7378" y="859699"/>
            <a:ext cx="3964304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850" y="688333"/>
            <a:ext cx="3964304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b="1" i="0" spc="217" baseline="12820" dirty="0">
                <a:solidFill>
                  <a:srgbClr val="2462EB"/>
                </a:solidFill>
                <a:latin typeface="Trebuchet MS"/>
                <a:cs typeface="Trebuchet MS"/>
              </a:rPr>
              <a:t>Д</a:t>
            </a:r>
            <a:r>
              <a:rPr lang="uk-UA" sz="3900" b="1" i="0" spc="217" baseline="12820" dirty="0">
                <a:solidFill>
                  <a:srgbClr val="2462EB"/>
                </a:solidFill>
                <a:latin typeface="Trebuchet MS"/>
                <a:cs typeface="Trebuchet MS"/>
              </a:rPr>
              <a:t>ИЗАЙН-ДОКУМЕНТ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3060" y="783499"/>
            <a:ext cx="7543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290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6199" y="1456599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25400">
            <a:solidFill>
              <a:srgbClr val="246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70000" y="1939199"/>
            <a:ext cx="4680585" cy="914400"/>
            <a:chOff x="2070000" y="1939199"/>
            <a:chExt cx="4680585" cy="914400"/>
          </a:xfrm>
        </p:grpSpPr>
        <p:sp>
          <p:nvSpPr>
            <p:cNvPr id="6" name="object 6"/>
            <p:cNvSpPr/>
            <p:nvPr/>
          </p:nvSpPr>
          <p:spPr>
            <a:xfrm>
              <a:off x="2070000" y="19391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6200" y="21679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70000" y="22439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46200" y="24727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70000" y="25487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46200" y="27775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1697899"/>
            <a:ext cx="3223351" cy="13477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1.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10" dirty="0">
                <a:solidFill>
                  <a:srgbClr val="2462EB"/>
                </a:solidFill>
                <a:latin typeface="Trebuchet MS"/>
                <a:cs typeface="Trebuchet MS"/>
              </a:rPr>
              <a:t>ІНФОРМАЦІЯ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4" dirty="0">
                <a:solidFill>
                  <a:srgbClr val="2462EB"/>
                </a:solidFill>
                <a:latin typeface="Trebuchet MS"/>
                <a:cs typeface="Trebuchet MS"/>
              </a:rPr>
              <a:t>ПРО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70" dirty="0">
                <a:solidFill>
                  <a:srgbClr val="2462EB"/>
                </a:solidFill>
                <a:latin typeface="Trebuchet MS"/>
                <a:cs typeface="Trebuchet MS"/>
              </a:rPr>
              <a:t>ПРОЄКТ</a:t>
            </a:r>
            <a:endParaRPr sz="1400" dirty="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720"/>
              </a:spcBef>
            </a:pP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Назва</a:t>
            </a:r>
            <a:r>
              <a:rPr sz="1000" b="1" spc="5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000" b="1" spc="60" dirty="0" err="1">
                <a:solidFill>
                  <a:srgbClr val="64748A"/>
                </a:solidFill>
                <a:latin typeface="Trebuchet MS"/>
                <a:cs typeface="Trebuchet MS"/>
              </a:rPr>
              <a:t>гри</a:t>
            </a:r>
            <a:r>
              <a:rPr sz="1000" b="1" spc="60" dirty="0">
                <a:solidFill>
                  <a:srgbClr val="64748A"/>
                </a:solidFill>
                <a:latin typeface="Trebuchet MS"/>
                <a:cs typeface="Trebuchet MS"/>
              </a:rPr>
              <a:t>:</a:t>
            </a:r>
            <a:r>
              <a:rPr lang="uk-UA" sz="1000" b="1" spc="60" dirty="0">
                <a:solidFill>
                  <a:srgbClr val="64748A"/>
                </a:solidFill>
                <a:latin typeface="Trebuchet MS"/>
                <a:cs typeface="Trebuchet MS"/>
              </a:rPr>
              <a:t>           </a:t>
            </a:r>
            <a:r>
              <a:rPr lang="en-US" sz="1000" b="1" spc="60" dirty="0">
                <a:solidFill>
                  <a:srgbClr val="64748A"/>
                </a:solidFill>
                <a:latin typeface="Trebuchet MS"/>
                <a:cs typeface="Trebuchet MS"/>
              </a:rPr>
              <a:t>UNTOPIA</a:t>
            </a:r>
            <a:endParaRPr sz="1000" dirty="0">
              <a:solidFill>
                <a:srgbClr val="64748A"/>
              </a:solidFill>
              <a:latin typeface="Trebuchet MS"/>
              <a:cs typeface="Trebuchet MS"/>
            </a:endParaRPr>
          </a:p>
          <a:p>
            <a:pPr marL="102235" marR="2379345">
              <a:lnSpc>
                <a:spcPct val="200000"/>
              </a:lnSpc>
            </a:pPr>
            <a:r>
              <a:rPr sz="1000" b="1" spc="85" dirty="0" err="1">
                <a:solidFill>
                  <a:srgbClr val="64748A"/>
                </a:solidFill>
                <a:latin typeface="Trebuchet MS"/>
                <a:cs typeface="Trebuchet MS"/>
              </a:rPr>
              <a:t>Автор</a:t>
            </a:r>
            <a:r>
              <a:rPr lang="en-US" sz="1000" b="1" spc="85" dirty="0">
                <a:solidFill>
                  <a:srgbClr val="64748A"/>
                </a:solidFill>
                <a:latin typeface="Trebuchet MS"/>
                <a:cs typeface="Trebuchet MS"/>
              </a:rPr>
              <a:t>:</a:t>
            </a:r>
            <a:r>
              <a:rPr sz="1000" b="1" spc="8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000" b="1" spc="100" dirty="0">
                <a:solidFill>
                  <a:srgbClr val="64748A"/>
                </a:solidFill>
                <a:latin typeface="Trebuchet MS"/>
                <a:cs typeface="Trebuchet MS"/>
              </a:rPr>
              <a:t>Дата: </a:t>
            </a:r>
            <a:r>
              <a:rPr sz="1000" b="1" spc="80" dirty="0">
                <a:solidFill>
                  <a:srgbClr val="64748A"/>
                </a:solidFill>
                <a:latin typeface="Trebuchet MS"/>
                <a:cs typeface="Trebuchet MS"/>
              </a:rPr>
              <a:t>Версія: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0000" y="2853599"/>
            <a:ext cx="4680585" cy="304800"/>
            <a:chOff x="2070000" y="2853599"/>
            <a:chExt cx="4680585" cy="304800"/>
          </a:xfrm>
        </p:grpSpPr>
        <p:sp>
          <p:nvSpPr>
            <p:cNvPr id="14" name="object 14"/>
            <p:cNvSpPr/>
            <p:nvPr/>
          </p:nvSpPr>
          <p:spPr>
            <a:xfrm>
              <a:off x="2070000" y="28535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6200" y="30823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3498" y="3290248"/>
            <a:ext cx="5814152" cy="12342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2.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20" dirty="0">
                <a:solidFill>
                  <a:srgbClr val="2462EB"/>
                </a:solidFill>
                <a:latin typeface="Trebuchet MS"/>
                <a:cs typeface="Trebuchet MS"/>
              </a:rPr>
              <a:t>КОНЦЕПЦІЯ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35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140" dirty="0">
                <a:solidFill>
                  <a:srgbClr val="1D283B"/>
                </a:solidFill>
                <a:latin typeface="Trebuchet MS"/>
                <a:cs typeface="Trebuchet MS"/>
              </a:rPr>
              <a:t>Жанр: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709930" algn="l"/>
                <a:tab pos="1624330" algn="l"/>
              </a:tabLst>
            </a:pPr>
            <a:r>
              <a:rPr lang="ru-RU"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lang="ru-RU"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ru-RU"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lang="ru-RU"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ru-RU" sz="1000" spc="70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Пригод</a:t>
            </a:r>
            <a:r>
              <a:rPr lang="uk-UA"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и</a:t>
            </a:r>
            <a:endParaRPr lang="ru-RU" sz="1000" dirty="0">
              <a:latin typeface="Microsoft Sans Serif"/>
              <a:cs typeface="Microsoft Sans Serif"/>
            </a:endParaRPr>
          </a:p>
          <a:p>
            <a:pPr marL="12700" marR="29845">
              <a:lnSpc>
                <a:spcPct val="118900"/>
              </a:lnSpc>
              <a:spcBef>
                <a:spcPts val="950"/>
              </a:spcBef>
            </a:pPr>
            <a:r>
              <a:rPr lang="ru-RU"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Головна</a:t>
            </a:r>
            <a:r>
              <a:rPr lang="ru-RU" sz="1100" b="1" spc="6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lang="ru-RU" sz="1100" b="1" spc="110" dirty="0" err="1">
                <a:solidFill>
                  <a:srgbClr val="1D283B"/>
                </a:solidFill>
                <a:latin typeface="Trebuchet MS"/>
                <a:cs typeface="Trebuchet MS"/>
              </a:rPr>
              <a:t>ідея</a:t>
            </a:r>
            <a:r>
              <a:rPr lang="ru-RU"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lang="ru-RU"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(1-</a:t>
            </a:r>
            <a:r>
              <a:rPr lang="ru-RU"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2</a:t>
            </a:r>
            <a:r>
              <a:rPr lang="ru-RU"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lang="ru-RU" sz="1100" b="1" spc="95" dirty="0" err="1">
                <a:solidFill>
                  <a:srgbClr val="1D283B"/>
                </a:solidFill>
                <a:latin typeface="Trebuchet MS"/>
                <a:cs typeface="Trebuchet MS"/>
              </a:rPr>
              <a:t>речення</a:t>
            </a:r>
            <a:r>
              <a:rPr lang="ru-RU" sz="1100" b="1" spc="95" dirty="0">
                <a:solidFill>
                  <a:srgbClr val="1D283B"/>
                </a:solidFill>
                <a:latin typeface="Trebuchet MS"/>
                <a:cs typeface="Trebuchet MS"/>
              </a:rPr>
              <a:t>): </a:t>
            </a:r>
            <a:r>
              <a:rPr lang="ru-RU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Ви за персонаже </a:t>
            </a:r>
            <a:r>
              <a:rPr lang="ru-RU" sz="1000" spc="7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досліджуєте</a:t>
            </a:r>
            <a:r>
              <a:rPr lang="ru-RU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ru-RU" sz="1000" spc="7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світ</a:t>
            </a:r>
            <a:r>
              <a:rPr lang="ru-RU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та </a:t>
            </a:r>
            <a:r>
              <a:rPr lang="ru-RU" sz="1000" spc="7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шукаєте</a:t>
            </a:r>
            <a:r>
              <a:rPr lang="ru-RU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lang="ru-RU" sz="1000" spc="7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яблука</a:t>
            </a:r>
            <a:endParaRPr lang="ru-RU" sz="1000" dirty="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499" y="5392583"/>
            <a:ext cx="5661751" cy="39760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>
                <a:solidFill>
                  <a:srgbClr val="1D283B"/>
                </a:solidFill>
                <a:latin typeface="Trebuchet MS"/>
                <a:cs typeface="Trebuchet MS"/>
              </a:rPr>
              <a:t>Тема</a:t>
            </a:r>
            <a:r>
              <a:rPr sz="1100" b="1" spc="4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D283B"/>
                </a:solidFill>
                <a:latin typeface="Trebuchet MS"/>
                <a:cs typeface="Trebuchet MS"/>
              </a:rPr>
              <a:t>/</a:t>
            </a:r>
            <a:r>
              <a:rPr sz="1100" b="1" spc="4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80" dirty="0">
                <a:solidFill>
                  <a:srgbClr val="1D283B"/>
                </a:solidFill>
                <a:latin typeface="Trebuchet MS"/>
                <a:cs typeface="Trebuchet MS"/>
              </a:rPr>
              <a:t>Сетинг: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lang="uk-UA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 це  планета з різними локаціями від лісів до </a:t>
            </a:r>
            <a:r>
              <a:rPr lang="uk-UA" sz="1000" spc="7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пустекль</a:t>
            </a:r>
            <a:r>
              <a:rPr lang="uk-UA"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і гір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499" y="6650899"/>
            <a:ext cx="2800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3.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0" dirty="0">
                <a:solidFill>
                  <a:srgbClr val="2462EB"/>
                </a:solidFill>
                <a:latin typeface="Trebuchet MS"/>
                <a:cs typeface="Trebuchet MS"/>
              </a:rPr>
              <a:t>ПЕРСОНАЖІ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55" dirty="0">
                <a:solidFill>
                  <a:srgbClr val="2462EB"/>
                </a:solidFill>
                <a:latin typeface="Trebuchet MS"/>
                <a:cs typeface="Trebuchet MS"/>
              </a:rPr>
              <a:t>ОБ'ЄКТИ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27723"/>
              </p:ext>
            </p:extLst>
          </p:nvPr>
        </p:nvGraphicFramePr>
        <p:xfrm>
          <a:off x="806825" y="6914424"/>
          <a:ext cx="5939789" cy="172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572770" marR="110489" indent="-45465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Об'єкт/Персона </a:t>
                      </a:r>
                      <a:r>
                        <a:rPr sz="900" b="1" spc="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ж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Роль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398780" marR="287020" indent="-10413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Зовнішній вигляд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Основні</a:t>
                      </a:r>
                      <a:r>
                        <a:rPr sz="900" b="1" spc="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дії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Ви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Головний герой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Як налаштує гравець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Ви за нього граєте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яблука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Головна ціль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>
                          <a:latin typeface="Times New Roman"/>
                          <a:cs typeface="Times New Roman"/>
                        </a:rPr>
                        <a:t>яблуко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83499" y="8778403"/>
            <a:ext cx="4919345" cy="4889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4.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ПРАВИЛА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ПРОГРАМУВАННЯ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0" dirty="0">
                <a:solidFill>
                  <a:srgbClr val="2462EB"/>
                </a:solidFill>
                <a:latin typeface="Trebuchet MS"/>
                <a:cs typeface="Trebuchet MS"/>
              </a:rPr>
              <a:t>KODU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Задокументуйте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основну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логіку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програмування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у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форматі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КОЛИ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170" dirty="0">
                <a:solidFill>
                  <a:srgbClr val="1D283B"/>
                </a:solidFill>
                <a:latin typeface="Microsoft Sans Serif"/>
                <a:cs typeface="Microsoft Sans Serif"/>
              </a:rPr>
              <a:t>→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ТОДІ.</a:t>
            </a:r>
            <a:endParaRPr sz="1000">
              <a:latin typeface="Microsoft Sans Serif"/>
              <a:cs typeface="Microsoft Sans Serif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06825" y="9352825"/>
          <a:ext cx="5940425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КОЛИ</a:t>
                      </a:r>
                      <a:r>
                        <a:rPr sz="900" b="1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(Умова)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ТОДІ</a:t>
                      </a:r>
                      <a:r>
                        <a:rPr sz="900" b="1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(Дія)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75EBDF2-EE8B-F6CF-4931-367655057FDD}"/>
              </a:ext>
            </a:extLst>
          </p:cNvPr>
          <p:cNvSpPr txBox="1"/>
          <p:nvPr/>
        </p:nvSpPr>
        <p:spPr>
          <a:xfrm>
            <a:off x="2057300" y="221923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4748A"/>
                </a:solidFill>
              </a:rPr>
              <a:t>Bedey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64748A"/>
                </a:solidFill>
              </a:rPr>
              <a:t>nazar</a:t>
            </a:r>
            <a:endParaRPr lang="uk-UA" sz="1400" dirty="0">
              <a:solidFill>
                <a:srgbClr val="64748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5F9ED5-1AD2-B38B-9BBA-3793F4DB21EF}"/>
              </a:ext>
            </a:extLst>
          </p:cNvPr>
          <p:cNvSpPr txBox="1"/>
          <p:nvPr/>
        </p:nvSpPr>
        <p:spPr>
          <a:xfrm>
            <a:off x="2070000" y="2538912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4748A"/>
                </a:solidFill>
              </a:rPr>
              <a:t>21.01.2026</a:t>
            </a:r>
            <a:endParaRPr lang="uk-UA" sz="1400" dirty="0">
              <a:solidFill>
                <a:srgbClr val="64748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5EFE86-01CA-A90F-E4C7-A83FC8C9956D}"/>
              </a:ext>
            </a:extLst>
          </p:cNvPr>
          <p:cNvSpPr txBox="1"/>
          <p:nvPr/>
        </p:nvSpPr>
        <p:spPr>
          <a:xfrm>
            <a:off x="2057300" y="2834318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4748A"/>
                </a:solidFill>
              </a:rPr>
              <a:t>Beta 0.12</a:t>
            </a:r>
            <a:endParaRPr lang="uk-UA" sz="1400" dirty="0">
              <a:solidFill>
                <a:srgbClr val="64748A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116220"/>
              </p:ext>
            </p:extLst>
          </p:nvPr>
        </p:nvGraphicFramePr>
        <p:xfrm>
          <a:off x="806825" y="793024"/>
          <a:ext cx="5940425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r>
                        <a:rPr sz="900" spc="2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(Гравець)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Клавіатура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WASD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Рухатись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r>
                        <a:rPr sz="900" spc="2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(Гравець)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Клавіатура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Пробіл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Стрибати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Яблуко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Зіткнення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lang="uk-UA" sz="900" spc="2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підібрати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Зникнути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Рахунок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9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+10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8104" y="2764699"/>
            <a:ext cx="34239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85" dirty="0">
                <a:solidFill>
                  <a:srgbClr val="64748A"/>
                </a:solidFill>
                <a:latin typeface="Microsoft Sans Serif"/>
                <a:cs typeface="Microsoft Sans Serif"/>
              </a:rPr>
              <a:t>*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Сірі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5" dirty="0">
                <a:solidFill>
                  <a:srgbClr val="64748A"/>
                </a:solidFill>
                <a:latin typeface="Microsoft Sans Serif"/>
                <a:cs typeface="Microsoft Sans Serif"/>
              </a:rPr>
              <a:t>рядки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показують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приклади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320" dirty="0">
                <a:solidFill>
                  <a:srgbClr val="64748A"/>
                </a:solidFill>
                <a:latin typeface="Microsoft Sans Serif"/>
                <a:cs typeface="Microsoft Sans Serif"/>
              </a:rPr>
              <a:t>—</a:t>
            </a:r>
            <a:r>
              <a:rPr sz="800" spc="85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замініть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50" dirty="0">
                <a:solidFill>
                  <a:srgbClr val="64748A"/>
                </a:solidFill>
                <a:latin typeface="Microsoft Sans Serif"/>
                <a:cs typeface="Microsoft Sans Serif"/>
              </a:rPr>
              <a:t>на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власні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40" dirty="0">
                <a:solidFill>
                  <a:srgbClr val="64748A"/>
                </a:solidFill>
                <a:latin typeface="Microsoft Sans Serif"/>
                <a:cs typeface="Microsoft Sans Serif"/>
              </a:rPr>
              <a:t>правила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499" y="3036248"/>
            <a:ext cx="2279015" cy="54630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5.</a:t>
            </a:r>
            <a:r>
              <a:rPr sz="1400" b="1" spc="7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ДИЗАЙН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25" dirty="0">
                <a:solidFill>
                  <a:srgbClr val="2462EB"/>
                </a:solidFill>
                <a:latin typeface="Trebuchet MS"/>
                <a:cs typeface="Trebuchet MS"/>
              </a:rPr>
              <a:t>СВІТУ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Тип</a:t>
            </a:r>
            <a:r>
              <a:rPr sz="1100" b="1" spc="5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5" dirty="0" err="1">
                <a:solidFill>
                  <a:srgbClr val="1D283B"/>
                </a:solidFill>
                <a:latin typeface="Trebuchet MS"/>
                <a:cs typeface="Trebuchet MS"/>
              </a:rPr>
              <a:t>місцевості</a:t>
            </a:r>
            <a:r>
              <a:rPr sz="1100" b="1" spc="75" dirty="0">
                <a:solidFill>
                  <a:srgbClr val="1D283B"/>
                </a:solidFill>
                <a:latin typeface="Trebuchet MS"/>
                <a:cs typeface="Trebuchet MS"/>
              </a:rPr>
              <a:t>: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6354" y="3405036"/>
            <a:ext cx="14446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3895" algn="l"/>
              </a:tabLst>
            </a:pPr>
            <a:r>
              <a:rPr sz="1000" spc="50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Змішана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499" y="3868583"/>
            <a:ext cx="3630929" cy="5981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>
                <a:solidFill>
                  <a:srgbClr val="1D283B"/>
                </a:solidFill>
                <a:latin typeface="Trebuchet MS"/>
                <a:cs typeface="Trebuchet MS"/>
              </a:rPr>
              <a:t>Ескіз</a:t>
            </a:r>
            <a:r>
              <a:rPr sz="1100" b="1" spc="5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0" dirty="0">
                <a:solidFill>
                  <a:srgbClr val="1D283B"/>
                </a:solidFill>
                <a:latin typeface="Trebuchet MS"/>
                <a:cs typeface="Trebuchet MS"/>
              </a:rPr>
              <a:t>світу: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Намалюйте</a:t>
            </a:r>
            <a:r>
              <a:rPr sz="1000" spc="21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просту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карту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ігрового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світу</a:t>
            </a:r>
            <a:r>
              <a:rPr sz="1000" spc="21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зверху,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розміщення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об'єктів.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186" y="4110899"/>
            <a:ext cx="2265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показуючи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ключові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локації</a:t>
            </a:r>
            <a:r>
              <a:rPr sz="1000" spc="22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та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10804" y="4580555"/>
            <a:ext cx="5953125" cy="1993264"/>
            <a:chOff x="803650" y="4549050"/>
            <a:chExt cx="5953125" cy="1993264"/>
          </a:xfrm>
        </p:grpSpPr>
        <p:sp>
          <p:nvSpPr>
            <p:cNvPr id="9" name="object 9"/>
            <p:cNvSpPr/>
            <p:nvPr/>
          </p:nvSpPr>
          <p:spPr>
            <a:xfrm>
              <a:off x="810000" y="4555400"/>
              <a:ext cx="5940425" cy="1980564"/>
            </a:xfrm>
            <a:custGeom>
              <a:avLst/>
              <a:gdLst/>
              <a:ahLst/>
              <a:cxnLst/>
              <a:rect l="l" t="t" r="r" b="b"/>
              <a:pathLst>
                <a:path w="5940425" h="1980565">
                  <a:moveTo>
                    <a:pt x="5939999" y="0"/>
                  </a:moveTo>
                  <a:lnTo>
                    <a:pt x="0" y="0"/>
                  </a:lnTo>
                  <a:lnTo>
                    <a:pt x="0" y="1979999"/>
                  </a:lnTo>
                  <a:lnTo>
                    <a:pt x="5939999" y="1979999"/>
                  </a:lnTo>
                  <a:lnTo>
                    <a:pt x="5939999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993" y="4549060"/>
              <a:ext cx="5940425" cy="1993264"/>
            </a:xfrm>
            <a:custGeom>
              <a:avLst/>
              <a:gdLst/>
              <a:ahLst/>
              <a:cxnLst/>
              <a:rect l="l" t="t" r="r" b="b"/>
              <a:pathLst>
                <a:path w="5940425" h="1993265">
                  <a:moveTo>
                    <a:pt x="5940006" y="1979993"/>
                  </a:moveTo>
                  <a:lnTo>
                    <a:pt x="0" y="1979993"/>
                  </a:lnTo>
                  <a:lnTo>
                    <a:pt x="0" y="1992693"/>
                  </a:lnTo>
                  <a:lnTo>
                    <a:pt x="5940006" y="1992693"/>
                  </a:lnTo>
                  <a:lnTo>
                    <a:pt x="5940006" y="1979993"/>
                  </a:lnTo>
                  <a:close/>
                </a:path>
                <a:path w="5940425" h="1993265">
                  <a:moveTo>
                    <a:pt x="594000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940006" y="12700"/>
                  </a:lnTo>
                  <a:lnTo>
                    <a:pt x="5940006" y="0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0000" y="4555400"/>
              <a:ext cx="5940425" cy="1980564"/>
            </a:xfrm>
            <a:custGeom>
              <a:avLst/>
              <a:gdLst/>
              <a:ahLst/>
              <a:cxnLst/>
              <a:rect l="l" t="t" r="r" b="b"/>
              <a:pathLst>
                <a:path w="5940425" h="1980565">
                  <a:moveTo>
                    <a:pt x="0" y="1979999"/>
                  </a:moveTo>
                  <a:lnTo>
                    <a:pt x="0" y="0"/>
                  </a:lnTo>
                </a:path>
                <a:path w="5940425" h="1980565">
                  <a:moveTo>
                    <a:pt x="5939999" y="1979999"/>
                  </a:moveTo>
                  <a:lnTo>
                    <a:pt x="5939999" y="0"/>
                  </a:lnTo>
                </a:path>
              </a:pathLst>
            </a:custGeom>
            <a:ln w="12699">
              <a:solidFill>
                <a:srgbClr val="6474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6725901"/>
            <a:ext cx="35737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6. </a:t>
            </a:r>
            <a:r>
              <a:rPr sz="1400" b="1" spc="215" dirty="0">
                <a:solidFill>
                  <a:srgbClr val="2462EB"/>
                </a:solidFill>
                <a:latin typeface="Trebuchet MS"/>
                <a:cs typeface="Trebuchet MS"/>
              </a:rPr>
              <a:t>УМОВИ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85" dirty="0">
                <a:solidFill>
                  <a:srgbClr val="2462EB"/>
                </a:solidFill>
                <a:latin typeface="Trebuchet MS"/>
                <a:cs typeface="Trebuchet MS"/>
              </a:rPr>
              <a:t>ПЕРЕМОГИ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ПОРАЗКИ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500" y="7030701"/>
            <a:ext cx="8712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ПЕРЕМОГИ: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3500" y="7005301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Як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гравець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перемагає?</a:t>
            </a:r>
            <a:r>
              <a:rPr sz="1000" spc="17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(напр.,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зібрати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всі</a:t>
            </a:r>
            <a:r>
              <a:rPr sz="1000" spc="17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яблука,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дістатися фінішу,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перемогти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 всіх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ворогів)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70000" y="7424400"/>
            <a:ext cx="4680585" cy="457200"/>
            <a:chOff x="2070000" y="7424400"/>
            <a:chExt cx="4680585" cy="457200"/>
          </a:xfrm>
        </p:grpSpPr>
        <p:sp>
          <p:nvSpPr>
            <p:cNvPr id="16" name="object 16"/>
            <p:cNvSpPr/>
            <p:nvPr/>
          </p:nvSpPr>
          <p:spPr>
            <a:xfrm>
              <a:off x="2070000" y="74244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uk-UA" sz="1400" dirty="0">
                  <a:solidFill>
                    <a:srgbClr val="64748A"/>
                  </a:solidFill>
                </a:rPr>
                <a:t>Зібрати всі яблука</a:t>
              </a:r>
              <a:endParaRPr sz="1400" dirty="0">
                <a:solidFill>
                  <a:srgbClr val="64748A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146200" y="76531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500" y="7894300"/>
            <a:ext cx="782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20" dirty="0">
                <a:solidFill>
                  <a:srgbClr val="64748A"/>
                </a:solidFill>
                <a:latin typeface="Trebuchet MS"/>
                <a:cs typeface="Trebuchet MS"/>
              </a:rPr>
              <a:t>ПОРАЗКИ: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500" y="7868900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Як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гравець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програє?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(напр.,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здоров'я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245" dirty="0">
                <a:solidFill>
                  <a:srgbClr val="1D283B"/>
                </a:solidFill>
                <a:latin typeface="Microsoft Sans Serif"/>
                <a:cs typeface="Microsoft Sans Serif"/>
              </a:rPr>
              <a:t>=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0,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час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вичерпано,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впав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зі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світу)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0000" y="8288000"/>
            <a:ext cx="4680585" cy="457200"/>
            <a:chOff x="2070000" y="8288000"/>
            <a:chExt cx="4680585" cy="457200"/>
          </a:xfrm>
        </p:grpSpPr>
        <p:sp>
          <p:nvSpPr>
            <p:cNvPr id="21" name="object 21"/>
            <p:cNvSpPr/>
            <p:nvPr/>
          </p:nvSpPr>
          <p:spPr>
            <a:xfrm>
              <a:off x="2070000" y="82880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uk-UA" sz="1400" dirty="0">
                  <a:solidFill>
                    <a:srgbClr val="64748A"/>
                  </a:solidFill>
                </a:rPr>
                <a:t>Вийшов час</a:t>
              </a:r>
              <a:endParaRPr sz="1400" dirty="0">
                <a:solidFill>
                  <a:srgbClr val="64748A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146200" y="85167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796199" y="8948400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12700">
            <a:solidFill>
              <a:srgbClr val="6474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18B59A1E-38E3-4713-1D5A-6C2453D20E92}"/>
                  </a:ext>
                </a:extLst>
              </p14:cNvPr>
              <p14:cNvContentPartPr/>
              <p14:nvPr/>
            </p14:nvContentPartPr>
            <p14:xfrm>
              <a:off x="1698660" y="4738500"/>
              <a:ext cx="2440080" cy="148068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18B59A1E-38E3-4713-1D5A-6C2453D20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540" y="4732380"/>
                <a:ext cx="2452320" cy="14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ED8CA59F-93E5-D1AE-EEEE-BF9D828EC39F}"/>
                  </a:ext>
                </a:extLst>
              </p14:cNvPr>
              <p14:cNvContentPartPr/>
              <p14:nvPr/>
            </p14:nvContentPartPr>
            <p14:xfrm>
              <a:off x="1805580" y="5432220"/>
              <a:ext cx="933840" cy="664920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ED8CA59F-93E5-D1AE-EEEE-BF9D828EC3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460" y="5426100"/>
                <a:ext cx="946080" cy="6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DC9B07CF-4670-4E6D-2944-2EB0303EFB1B}"/>
                  </a:ext>
                </a:extLst>
              </p14:cNvPr>
              <p14:cNvContentPartPr/>
              <p14:nvPr/>
            </p14:nvContentPartPr>
            <p14:xfrm>
              <a:off x="2948580" y="4807980"/>
              <a:ext cx="282960" cy="1050120"/>
            </p14:xfrm>
          </p:contentPart>
        </mc:Choice>
        <mc:Fallback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DC9B07CF-4670-4E6D-2944-2EB0303EFB1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0940" y="4789980"/>
                <a:ext cx="318600" cy="10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541C4965-9611-FA49-DAE2-33FDBF03AE6D}"/>
                  </a:ext>
                </a:extLst>
              </p14:cNvPr>
              <p14:cNvContentPartPr/>
              <p14:nvPr/>
            </p14:nvContentPartPr>
            <p14:xfrm>
              <a:off x="1798020" y="5299020"/>
              <a:ext cx="1076400" cy="666000"/>
            </p14:xfrm>
          </p:contentPart>
        </mc:Choice>
        <mc:Fallback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541C4965-9611-FA49-DAE2-33FDBF03AE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1900" y="5292900"/>
                <a:ext cx="108864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7B140AFA-1DA9-746F-52BF-2642C01AF7BB}"/>
                  </a:ext>
                </a:extLst>
              </p14:cNvPr>
              <p14:cNvContentPartPr/>
              <p14:nvPr/>
            </p14:nvContentPartPr>
            <p14:xfrm>
              <a:off x="1935180" y="5411340"/>
              <a:ext cx="709560" cy="50796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7B140AFA-1DA9-746F-52BF-2642C01AF7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29060" y="5405220"/>
                <a:ext cx="72180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749ABA7D-E712-7A51-0A9B-01085BE3C010}"/>
                  </a:ext>
                </a:extLst>
              </p14:cNvPr>
              <p14:cNvContentPartPr/>
              <p14:nvPr/>
            </p14:nvContentPartPr>
            <p14:xfrm>
              <a:off x="2308500" y="4815540"/>
              <a:ext cx="488520" cy="111312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749ABA7D-E712-7A51-0A9B-01085BE3C01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02380" y="4809420"/>
                <a:ext cx="500760" cy="11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901F3D2F-E7BC-6A4B-031A-68800A5E57F1}"/>
                  </a:ext>
                </a:extLst>
              </p14:cNvPr>
              <p14:cNvContentPartPr/>
              <p14:nvPr/>
            </p14:nvContentPartPr>
            <p14:xfrm>
              <a:off x="2430180" y="4807980"/>
              <a:ext cx="450360" cy="102024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901F3D2F-E7BC-6A4B-031A-68800A5E57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24060" y="4801860"/>
                <a:ext cx="462600" cy="103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230</Words>
  <Application>Microsoft Office PowerPoint</Application>
  <PresentationFormat>Произвольный</PresentationFormat>
  <Paragraphs>56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Calibri</vt:lpstr>
      <vt:lpstr>Microsoft Sans Serif</vt:lpstr>
      <vt:lpstr>Times New Roman</vt:lpstr>
      <vt:lpstr>Trebuchet MS</vt:lpstr>
      <vt:lpstr>Office Theme</vt:lpstr>
      <vt:lpstr>ДИЗАЙН-ДОКУМЕНТ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ÐÐ¾Ð» ÐÐµÑ</cp:lastModifiedBy>
  <cp:revision>1</cp:revision>
  <dcterms:created xsi:type="dcterms:W3CDTF">2026-01-21T09:26:12Z</dcterms:created>
  <dcterms:modified xsi:type="dcterms:W3CDTF">2026-01-21T09:40:36Z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2026-01-21T00:00:00Z</vt:filetime>
  </property>
  <property fmtid="{D5CDD505-2E9C-101B-9397-08002B2CF9AE}" pid="5" name="Producer">
    <vt:lpwstr>ReportLab PDF Library - www.reportlab.com</vt:lpwstr>
  </property>
</Properties>
</file>